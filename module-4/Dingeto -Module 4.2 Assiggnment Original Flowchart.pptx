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E6C0-F809-77E7-58F9-44FE0E2F5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B55B3-17EE-E0C6-A7CC-B6B2DB376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8B46D-2990-9926-26E4-AFAFDA1B2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BCAA1-B620-D3D5-0E40-54C6944D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D3227-CD34-B878-C876-E111C5F6E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30A2-1F96-99F0-BA01-A44C8B6A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03B35-B9A6-C6DB-089F-77E264ADC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9C1DA-4E9B-81A7-800A-FA5C25CF5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59828-C006-D224-3A76-F1020B546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3134C-43CB-4042-9C14-F925A3CA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72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B77D-D227-6836-81CE-4E3A8E22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EB2D0-B448-96C4-ED3A-789AC9A04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F6A52-9023-64F6-9F52-F5F79820B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FCDAC-5F3A-BAD0-5FE0-B59CE97E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81525-0802-18C4-6D40-4D57F3CC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98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16D3-7768-E411-86B2-6A4E1E13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AB562-932D-D186-8C3B-BB792A620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FFEC9-F685-83B0-50B5-8978C7C5E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B0E29-271F-69B9-16E7-C21EECBF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FC658-3C85-234D-F060-1A85C335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B7E0A-0C36-0636-041A-FC42207F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6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A6FD4-F014-FD07-A4F2-EF64D1FE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0873E-0008-7744-7A57-5F1CF99FF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8476D-51CA-5F39-132A-6ABF25D5A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22C48-EDC9-5252-4055-46931E349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E3D0C-BD06-71FB-9C36-EA575810C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525604-88F0-8283-F6C6-F681B12D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8F915-4F7A-597E-9585-9C74DE1F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4A227-0677-3850-AC3A-1F8596F7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92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2139-0613-9D0D-9CC8-CD90970C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4BDE2-7EE6-74FE-0740-0E6379352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7BC17-A08C-6014-AAF7-84ECD87DB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60954-4782-E363-88E9-5A7FCFD1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18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01E4A-BB5E-3B7C-F9F2-F007CAC20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31879-DB7E-46BC-3DA8-9071080B8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BBAFB-0BB3-9FD3-78AE-C2008577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65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B29A-FDD0-21A5-8086-13D1155A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2A934-EB6C-CEBB-2480-E9154B990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6E00F-5CF1-2C9C-F220-A7BD58F5F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1B4D4-4A17-2EE5-7085-E7BAFB7CA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EFCC4-491C-2474-8229-34946F924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3AF07-A2C2-A8D5-00C2-8F0DDE92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0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4D15-D24B-770B-F661-97E6EE40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706DD-F30A-6F8E-8870-D126226CB3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D7802-2B0B-0FD7-FF29-B7048B9B0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1E107-089D-B217-BA72-40FC1975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42CD7-1B08-FAEE-DB2E-63D8160A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2FD14-6C0C-9F65-BD09-4D10CAA5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9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0CDF-6088-4A21-F7C9-4872748CC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95B51-21BC-DD8F-7097-6DE97ABAB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3C63A-3FF6-6A8D-1977-FC74B57F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BDC81-53B0-C6BE-88F8-DBD4CE6B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178C5-03A4-7920-A249-EC126C8D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9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437C5-0111-B16B-D647-D31D25E01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986C1-3188-51C7-1097-18DD90945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ED849-883A-C12F-14AB-F2D2C7EF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3FCBA-4081-0B1E-F81F-538F59ECF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3101C-A587-7F47-95B7-4A755C0A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7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FE2DA-1306-FBB9-A1B4-C95341B58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D3FEB-0070-84D2-7CD8-E9FD8C739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1216B-0672-2A2E-470E-1E4B457919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0119A-110A-46C9-A416-4390DF9BEEF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539A1-415D-19EA-4BD0-DF6B18E41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8636E-4745-D6DA-6627-D19A59AD3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38FC4-A0DC-42CB-918F-56DDE48AF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5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423D5E9-10CA-029B-6DF3-50D5A018E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350" y="2786063"/>
            <a:ext cx="125730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3165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Girma Dingeto</dc:creator>
  <cp:lastModifiedBy>Girma Dingeto</cp:lastModifiedBy>
  <cp:revision>1</cp:revision>
  <dcterms:created xsi:type="dcterms:W3CDTF">2026-02-08T06:32:49Z</dcterms:created>
  <dcterms:modified xsi:type="dcterms:W3CDTF">2026-02-08T06:39:30Z</dcterms:modified>
</cp:coreProperties>
</file>