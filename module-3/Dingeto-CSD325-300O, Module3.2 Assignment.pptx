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780B7-0A91-4547-9CD6-FE07AD5C47DE}" v="1" dt="2026-01-31T08:15:22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B450-F07A-86AB-64E3-C6CA9EBD2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397B0-350B-9CE4-190F-B0D12A699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F01A9-35F8-E5F3-EAF4-CAF46E44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8EA0-D458-FC1B-E2E0-3840CF81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0567D-19D7-1C38-2B29-CED59F51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55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E08D-7734-4D30-0F66-22663D1D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F3877-169C-BFFC-F4AC-3448C6C6E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158D9-8B16-7105-2C65-AD561EC1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F89B3-6497-F3EB-A316-8B430714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EA48A-AEC8-269D-E41E-F95D2E83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24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FEAD-1762-F8E2-5148-70AFFA88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27D1F-48F7-CA68-7169-6DD0AC031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23C16-8F4B-A851-0E67-B90D5E3F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8C1E3-1E78-260C-E414-6DDD52A6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7A50-F057-1128-B75F-0F8CD878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4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D62BD-7CAF-DFC5-B248-56B98A19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465B1-6604-FF59-A0F0-CF4804631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86197-F265-441F-E00F-5E7F45592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BBA73-207A-818C-36A2-1F5CB2E7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900BE-73CF-4473-2DB7-332597C6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6F89B-BBA8-5B59-45A7-A2044528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3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FC29-2DE4-B8D8-7439-A35955B9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D21E7-9C48-31D4-C6DA-7BF769F71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B4854-3864-8D84-38A6-F92704EBD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74880-22C0-93A9-16AA-3DBA062B0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A7050-8C95-BC1D-E32A-9B1AE3375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313E4-68C2-2BCD-EB69-1D8CE53F5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72E8CE-3C72-328E-E6C5-BB9B2EDB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141DF-BC56-BFDD-27AB-8ACA74C99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1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285B-DCFC-7C14-DD8F-7AF8B057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6C94F-B1EE-62A6-1A77-BD640696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0F6DA-315D-5CE0-7B10-383E102F4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8608D-A5E7-9C47-F2E1-4E1A86A6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1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FBBAA-3896-AA6C-431D-629B7027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B388C-756F-8F7A-AC8B-1EBCF8DD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30B24-5207-B78D-C935-B9C5240A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95AA-2815-2487-630B-A703AE361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237AC-D8B2-15EC-6A0F-630F807CD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8F456-5143-34CC-6FFD-77418ADEC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1AB24-8A0B-FB4A-BAEF-3A39F335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62455-FB6A-4D59-03DA-C6CCE9ED5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FD66A-B5F5-DE64-C665-B6CFBCDE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E348D-39C4-2359-FF3E-4A7A4CDF5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94DCC-DC41-8874-46FE-393C22868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3A2A8-BC61-CC98-03D1-B416B773D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E76D1-CFB9-A4C6-6452-1995C5A21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23A80-6C32-061D-959D-F42E6D76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C0858-7D4E-ADDD-4483-DDF9575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5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8C88-579C-6044-089D-ACBF126C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61067-D521-9D9A-5CC8-5BF87B182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1873-C0CD-F979-421B-A28E2933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1E8F5-30C9-57B9-7F1A-27C013B8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7C70D-7163-6483-1C23-D06315E3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3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D8065-84B8-1941-15BC-B90566CC0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524B9-CEAC-40ED-71D6-BAC3053FD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25E6E-CE29-5C1E-32B6-D51D69D5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B2A3-927C-0201-6DAA-FFFE9769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8E0F6-6EBE-1DFF-554D-0774BC9D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42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DBE076-A544-1B82-1647-39294948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DD4E7-AE08-D93A-D673-9517FC59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52BBE-A7A9-ADB5-6763-435CDFBEB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E17DD-5869-46E5-AA4A-3DE4D9715FD6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CBE1-C7C6-951C-AB3D-775FC28E1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E1D45-AF0E-D84A-4A44-697A21725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96D78-F5B8-48F0-BC76-8BE7A13DC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2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AF9DA7F-CFAE-8535-B62B-FA1455B8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0"/>
            <a:ext cx="10883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B5F38C-B38D-58F5-AEBA-1E5833D67184}"/>
              </a:ext>
            </a:extLst>
          </p:cNvPr>
          <p:cNvSpPr txBox="1"/>
          <p:nvPr/>
        </p:nvSpPr>
        <p:spPr>
          <a:xfrm>
            <a:off x="3896591" y="488373"/>
            <a:ext cx="142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64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Girma Dingeto</dc:creator>
  <cp:lastModifiedBy>Girma Dingeto</cp:lastModifiedBy>
  <cp:revision>2</cp:revision>
  <dcterms:created xsi:type="dcterms:W3CDTF">2026-01-31T08:12:52Z</dcterms:created>
  <dcterms:modified xsi:type="dcterms:W3CDTF">2026-01-31T08:17:31Z</dcterms:modified>
</cp:coreProperties>
</file>