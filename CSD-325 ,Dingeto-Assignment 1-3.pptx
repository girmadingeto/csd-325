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9E36-5BAE-BC92-C776-3E49ACDE2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00E29-C72D-F663-6C66-764D53CE4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875B4-A2E8-218F-8F02-29BD5D3A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03080-4D1C-D2AC-467E-CA75C27A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22FE0-9246-3AF7-339F-0FB87DC8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C5C7-CE96-7B69-3C2F-DF9C585B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F55D8-1134-CD04-F5CF-FFBA37F54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1264C-DE89-5061-EDE6-AEC9D25A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72B9C-1D81-04EC-D911-1BA7F9DE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1AF7-43A2-B36F-50E8-97784B62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11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C3E7-B9D1-2165-6A61-C066CC41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9E1B0-D52F-659D-6FB9-7619D2BE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4BB05-2F14-DCD4-A700-D80B6FC8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6E011-849C-7F1F-CFC0-7C6ACD18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86C45-541D-2A3D-8362-B0FA4B3C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77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2642-DE9A-1037-05D5-ADDEAB30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FB62-E732-33A9-0221-F0C259FD6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50924-4AD5-ECC8-1791-33C0E734F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C339C-3D28-9E99-75D3-36C611F12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1E838-C383-AC17-37F6-721C11DD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11799-B428-01A2-818B-4BD3C4EA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91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AC95-7F5B-7A76-2502-6917D931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979EB-5C26-1595-4C4B-32F8AF146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09028-BD3F-E6E0-77A3-CF4020360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D4791-3D53-19AC-6DFA-8D6432225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CC705-C83B-3F31-F1CA-7976E83EC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96C45E-953E-8172-8959-CA23946B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92FB03-051F-EB26-B1E5-4AD2249C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76B12E-6258-9A3C-2A81-EF32CEAD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5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3733-5809-D195-B71D-E87CC5BC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F1461-BD41-A2F7-B82D-1921ACFA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68640-61C6-8E84-349F-7544D318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8496F-A33E-7C0D-0555-9CFC2C6E7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7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F66AA6-E253-8C5D-5517-530F73FD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944044-B545-0C04-292A-14F4F8D39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C2B2E-4DFB-9D19-9F6B-81DC9D26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0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490B-6142-767A-613C-634BCBA9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52E8-D9A0-6222-6F83-6770138C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85BDE-C377-5D55-0286-C7F148FA0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6D68B-6531-4385-22F2-40C8AFB8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11746-FCD6-C8C4-79C8-0EDA559F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BB3C4-BE27-18CE-7FE6-DCDF7882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58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92B1-536D-8B37-5F97-E1D9117C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B00E8-C794-C034-407A-6FF6CD311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DE09D-C11A-4996-68D6-B5556E27F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34E45-8C53-0C91-BC58-3F850374A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68694-732A-008C-44DA-78EF8236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B4944-872E-484C-B3F8-A528A287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5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2D54-A963-BBCD-7726-E5DEC33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FD801-A2AC-2647-9BA2-003A5827E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B7084-2046-5A42-10CF-D82BD692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194B1-A3E1-4556-9245-99950FBC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CF536-B14E-4A09-BBC4-6543C2BE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5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AA714-1A30-67B0-DD93-990D52ADF4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E3136C-F955-1976-0FBE-85B2E1681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F0A22-7DDF-7EF0-FF52-4D1B3155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D098-8FCE-9F25-1EB4-931210A8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7958D-D3AD-ADAC-6BC0-E2D4ECEC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0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C0098F-9F21-E603-D2A7-D87A2184B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3CA18-4690-06B8-D121-6FA0CC18F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9CD46-17B7-69AB-F097-6165A48D0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04DA5-CA16-4073-B5F7-CD46F25B9A92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AD03F-FAFB-B5D1-1869-DF719EC68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44CEE-D6FD-2AA4-4A2D-A6207A5BB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19D92-0D17-403B-95E1-F2766803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91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09">
            <a:extLst>
              <a:ext uri="{FF2B5EF4-FFF2-40B4-BE49-F238E27FC236}">
                <a16:creationId xmlns:a16="http://schemas.microsoft.com/office/drawing/2014/main" id="{2DFE633C-0856-33C0-C744-B5EA776FB9D3}"/>
              </a:ext>
            </a:extLst>
          </p:cNvPr>
          <p:cNvGrpSpPr/>
          <p:nvPr/>
        </p:nvGrpSpPr>
        <p:grpSpPr>
          <a:xfrm>
            <a:off x="622589" y="224687"/>
            <a:ext cx="11517064" cy="6557926"/>
            <a:chOff x="622589" y="224687"/>
            <a:chExt cx="11517064" cy="655792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B980C64-B520-5375-52BC-26C1328C7196}"/>
                </a:ext>
              </a:extLst>
            </p:cNvPr>
            <p:cNvSpPr/>
            <p:nvPr/>
          </p:nvSpPr>
          <p:spPr>
            <a:xfrm>
              <a:off x="3222165" y="653383"/>
              <a:ext cx="3016826" cy="27533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start</a:t>
              </a:r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771E66B7-6C8A-F6EA-8AFD-5944987EB067}"/>
                </a:ext>
              </a:extLst>
            </p:cNvPr>
            <p:cNvSpPr/>
            <p:nvPr/>
          </p:nvSpPr>
          <p:spPr>
            <a:xfrm>
              <a:off x="3292186" y="1127443"/>
              <a:ext cx="3217717" cy="319520"/>
            </a:xfrm>
            <a:prstGeom prst="parallelogram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Enter number of bottles” How many bottles?”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708F3E-BC8F-F49A-5230-EBCFC36DEBE0}"/>
                </a:ext>
              </a:extLst>
            </p:cNvPr>
            <p:cNvSpPr/>
            <p:nvPr/>
          </p:nvSpPr>
          <p:spPr>
            <a:xfrm>
              <a:off x="3500284" y="2074605"/>
              <a:ext cx="3421626" cy="3354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Countdown number of bottles</a:t>
              </a:r>
            </a:p>
          </p:txBody>
        </p:sp>
        <p:sp>
          <p:nvSpPr>
            <p:cNvPr id="11" name="Diamond 10">
              <a:extLst>
                <a:ext uri="{FF2B5EF4-FFF2-40B4-BE49-F238E27FC236}">
                  <a16:creationId xmlns:a16="http://schemas.microsoft.com/office/drawing/2014/main" id="{86A18FF9-8AE9-6ED6-6081-EC139946861A}"/>
                </a:ext>
              </a:extLst>
            </p:cNvPr>
            <p:cNvSpPr/>
            <p:nvPr/>
          </p:nvSpPr>
          <p:spPr>
            <a:xfrm>
              <a:off x="3292186" y="2608282"/>
              <a:ext cx="2892304" cy="567537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While </a:t>
              </a:r>
              <a:r>
                <a:rPr lang="en-US" sz="1100" b="1" dirty="0" err="1"/>
                <a:t>numbottles</a:t>
              </a:r>
              <a:r>
                <a:rPr lang="en-US" sz="1100" b="1" dirty="0"/>
                <a:t>&gt;0</a:t>
              </a:r>
            </a:p>
          </p:txBody>
        </p:sp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1658908A-69BE-D61A-27E5-DED915AD0AFE}"/>
                </a:ext>
              </a:extLst>
            </p:cNvPr>
            <p:cNvSpPr/>
            <p:nvPr/>
          </p:nvSpPr>
          <p:spPr>
            <a:xfrm>
              <a:off x="622589" y="3428999"/>
              <a:ext cx="2355636" cy="1036493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/>
                <a:t>Numbottles</a:t>
              </a:r>
              <a:r>
                <a:rPr lang="en-US" sz="1200" b="1" dirty="0"/>
                <a:t>==numbottles-1</a:t>
              </a:r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BAC2F0AE-F711-80B9-F4FC-4C8E1B694668}"/>
                </a:ext>
              </a:extLst>
            </p:cNvPr>
            <p:cNvSpPr/>
            <p:nvPr/>
          </p:nvSpPr>
          <p:spPr>
            <a:xfrm>
              <a:off x="3539612" y="3876367"/>
              <a:ext cx="2408903" cy="91440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Is </a:t>
              </a:r>
              <a:r>
                <a:rPr lang="en-US" sz="1100" b="1" dirty="0" err="1"/>
                <a:t>numbottles</a:t>
              </a:r>
              <a:r>
                <a:rPr lang="en-US" sz="1100" b="1" dirty="0"/>
                <a:t>==1</a:t>
              </a:r>
            </a:p>
          </p:txBody>
        </p:sp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1C6D6D48-7BFC-AD1E-2645-54011D42C619}"/>
                </a:ext>
              </a:extLst>
            </p:cNvPr>
            <p:cNvSpPr/>
            <p:nvPr/>
          </p:nvSpPr>
          <p:spPr>
            <a:xfrm>
              <a:off x="3687727" y="6035683"/>
              <a:ext cx="2329004" cy="74693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Is num of bottles&gt;1</a:t>
              </a:r>
            </a:p>
          </p:txBody>
        </p:sp>
        <p:sp>
          <p:nvSpPr>
            <p:cNvPr id="15" name="Diamond 14">
              <a:extLst>
                <a:ext uri="{FF2B5EF4-FFF2-40B4-BE49-F238E27FC236}">
                  <a16:creationId xmlns:a16="http://schemas.microsoft.com/office/drawing/2014/main" id="{FB320268-DAF9-71DA-FFCC-EDA615E065F4}"/>
                </a:ext>
              </a:extLst>
            </p:cNvPr>
            <p:cNvSpPr/>
            <p:nvPr/>
          </p:nvSpPr>
          <p:spPr>
            <a:xfrm>
              <a:off x="6341806" y="4562734"/>
              <a:ext cx="2762864" cy="450097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Is </a:t>
              </a:r>
              <a:r>
                <a:rPr lang="en-US" sz="1200" dirty="0" err="1"/>
                <a:t>numbottles</a:t>
              </a:r>
              <a:r>
                <a:rPr lang="en-US" sz="1200" dirty="0"/>
                <a:t>==0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E674521-90DC-519D-BFE8-F649BC6781A6}"/>
                </a:ext>
              </a:extLst>
            </p:cNvPr>
            <p:cNvSpPr/>
            <p:nvPr/>
          </p:nvSpPr>
          <p:spPr>
            <a:xfrm>
              <a:off x="9369193" y="4436534"/>
              <a:ext cx="1411722" cy="45009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Print num of bottle==0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A9F948-40AB-9046-D7C5-57CAD4E246FA}"/>
                </a:ext>
              </a:extLst>
            </p:cNvPr>
            <p:cNvSpPr/>
            <p:nvPr/>
          </p:nvSpPr>
          <p:spPr>
            <a:xfrm>
              <a:off x="6341806" y="5211096"/>
              <a:ext cx="2526891" cy="51946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“Print the </a:t>
              </a:r>
              <a:r>
                <a:rPr lang="en-US" sz="1100" dirty="0" err="1"/>
                <a:t>numbottles</a:t>
              </a:r>
              <a:endParaRPr lang="en-US" sz="11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315A3CF-5FE8-CDEA-64B3-4535316F81CA}"/>
                </a:ext>
              </a:extLst>
            </p:cNvPr>
            <p:cNvSpPr/>
            <p:nvPr/>
          </p:nvSpPr>
          <p:spPr>
            <a:xfrm>
              <a:off x="8110211" y="1927661"/>
              <a:ext cx="2231922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Print “Please, order more”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AA863CD-D41D-9C00-642F-655D12B2599C}"/>
                </a:ext>
              </a:extLst>
            </p:cNvPr>
            <p:cNvCxnSpPr>
              <a:cxnSpLocks/>
            </p:cNvCxnSpPr>
            <p:nvPr/>
          </p:nvCxnSpPr>
          <p:spPr>
            <a:xfrm>
              <a:off x="4811990" y="965570"/>
              <a:ext cx="0" cy="1618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C56061F-7A44-7710-5517-973839D17953}"/>
                </a:ext>
              </a:extLst>
            </p:cNvPr>
            <p:cNvCxnSpPr/>
            <p:nvPr/>
          </p:nvCxnSpPr>
          <p:spPr>
            <a:xfrm>
              <a:off x="4738338" y="1446963"/>
              <a:ext cx="0" cy="6276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642B302-7249-09B2-27FA-398105754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0915" y="1127443"/>
              <a:ext cx="0" cy="11148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BC89341-0670-89C8-1834-D332B2906456}"/>
                </a:ext>
              </a:extLst>
            </p:cNvPr>
            <p:cNvCxnSpPr>
              <a:cxnSpLocks/>
            </p:cNvCxnSpPr>
            <p:nvPr/>
          </p:nvCxnSpPr>
          <p:spPr>
            <a:xfrm>
              <a:off x="10342133" y="2204660"/>
              <a:ext cx="493816" cy="8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B364481-C0D1-CC5C-76CB-5F95B7746A85}"/>
                </a:ext>
              </a:extLst>
            </p:cNvPr>
            <p:cNvCxnSpPr>
              <a:cxnSpLocks/>
            </p:cNvCxnSpPr>
            <p:nvPr/>
          </p:nvCxnSpPr>
          <p:spPr>
            <a:xfrm>
              <a:off x="7738287" y="5006611"/>
              <a:ext cx="0" cy="2044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7C81587-5BE8-6AF5-0E9F-C6D87241F229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>
              <a:off x="10780915" y="4562734"/>
              <a:ext cx="3091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72D425D-4A3B-46CA-6793-E484E2BC7B7E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4738338" y="2410016"/>
              <a:ext cx="0" cy="1982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A7A517F-3885-E28F-73A9-02C23F5CB14D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4738338" y="3175819"/>
              <a:ext cx="0" cy="7005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1AC36EA-8E8A-6014-F4E6-155CDEB12DCD}"/>
                </a:ext>
              </a:extLst>
            </p:cNvPr>
            <p:cNvCxnSpPr>
              <a:cxnSpLocks/>
            </p:cNvCxnSpPr>
            <p:nvPr/>
          </p:nvCxnSpPr>
          <p:spPr>
            <a:xfrm>
              <a:off x="4738338" y="4753896"/>
              <a:ext cx="0" cy="3342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C9D383F-82EB-B1E6-6DFC-AA72DFA82236}"/>
                </a:ext>
              </a:extLst>
            </p:cNvPr>
            <p:cNvSpPr/>
            <p:nvPr/>
          </p:nvSpPr>
          <p:spPr>
            <a:xfrm>
              <a:off x="3452363" y="5042645"/>
              <a:ext cx="2526891" cy="51946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Print “X number of bottles”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FC9270F-F71C-644F-40D0-C9B4B61E2121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4852228" y="5516222"/>
              <a:ext cx="1" cy="5194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3501ECE-944D-FB0E-0CED-8A72A2F9FB29}"/>
                </a:ext>
              </a:extLst>
            </p:cNvPr>
            <p:cNvSpPr/>
            <p:nvPr/>
          </p:nvSpPr>
          <p:spPr>
            <a:xfrm>
              <a:off x="6509903" y="2632586"/>
              <a:ext cx="2526891" cy="51946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“Print No bottles of beers on the wall” 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F8D70F9-E4AA-711C-F212-26EC90810827}"/>
                </a:ext>
              </a:extLst>
            </p:cNvPr>
            <p:cNvCxnSpPr>
              <a:cxnSpLocks/>
              <a:stCxn id="11" idx="3"/>
              <a:endCxn id="62" idx="1"/>
            </p:cNvCxnSpPr>
            <p:nvPr/>
          </p:nvCxnSpPr>
          <p:spPr>
            <a:xfrm>
              <a:off x="6184490" y="2892051"/>
              <a:ext cx="325413" cy="2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68711CD6-7706-2C07-70BD-45CB4789C9FA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H="1" flipV="1">
              <a:off x="1789471" y="1803394"/>
              <a:ext cx="10936" cy="16256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A4C60C7-E4A1-6916-EE8A-9ADD1F402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7753" y="1814430"/>
              <a:ext cx="2920585" cy="180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F808B30-C492-28D4-4560-ACE3C9B04BFC}"/>
                </a:ext>
              </a:extLst>
            </p:cNvPr>
            <p:cNvSpPr/>
            <p:nvPr/>
          </p:nvSpPr>
          <p:spPr>
            <a:xfrm>
              <a:off x="6509902" y="3946032"/>
              <a:ext cx="2526891" cy="51946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Print “1 bottle of beer on the wall”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C57074E-F0C8-BE59-D5AB-905F5095B818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5948515" y="4333567"/>
              <a:ext cx="5613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62A9325-BFB2-5439-8D4E-0303203566B2}"/>
                </a:ext>
              </a:extLst>
            </p:cNvPr>
            <p:cNvSpPr txBox="1"/>
            <p:nvPr/>
          </p:nvSpPr>
          <p:spPr>
            <a:xfrm>
              <a:off x="5957397" y="4103587"/>
              <a:ext cx="4827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968076C-134D-2A20-1EB5-44B370632E0E}"/>
                </a:ext>
              </a:extLst>
            </p:cNvPr>
            <p:cNvSpPr/>
            <p:nvPr/>
          </p:nvSpPr>
          <p:spPr>
            <a:xfrm>
              <a:off x="9184862" y="813404"/>
              <a:ext cx="2706229" cy="33873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End</a:t>
              </a:r>
            </a:p>
          </p:txBody>
        </p:sp>
        <p:cxnSp>
          <p:nvCxnSpPr>
            <p:cNvPr id="116" name="Connector: Elbow 115">
              <a:extLst>
                <a:ext uri="{FF2B5EF4-FFF2-40B4-BE49-F238E27FC236}">
                  <a16:creationId xmlns:a16="http://schemas.microsoft.com/office/drawing/2014/main" id="{7841171E-CE82-B992-C162-377BA75693FC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rot="10800000">
              <a:off x="1800408" y="4465492"/>
              <a:ext cx="1955539" cy="193531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6FB3752-B8BE-E393-2FD5-08A122A97800}"/>
                </a:ext>
              </a:extLst>
            </p:cNvPr>
            <p:cNvSpPr/>
            <p:nvPr/>
          </p:nvSpPr>
          <p:spPr>
            <a:xfrm>
              <a:off x="11090079" y="4435272"/>
              <a:ext cx="1049574" cy="2549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End</a:t>
              </a:r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70BE132B-7365-C4B0-135E-1BFABBDD89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8815" y="1221899"/>
              <a:ext cx="33939" cy="6806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73CB9438-CEBD-6AF6-183F-7A4B9D22D4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6881" y="1242569"/>
              <a:ext cx="25619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5884850-EFF5-7454-61EC-EB471470CEBA}"/>
                </a:ext>
              </a:extLst>
            </p:cNvPr>
            <p:cNvSpPr txBox="1"/>
            <p:nvPr/>
          </p:nvSpPr>
          <p:spPr>
            <a:xfrm>
              <a:off x="10431957" y="1927661"/>
              <a:ext cx="520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44CBA5E3-E4A0-1A41-F4A0-C2BB0CF9A2CD}"/>
                </a:ext>
              </a:extLst>
            </p:cNvPr>
            <p:cNvSpPr txBox="1"/>
            <p:nvPr/>
          </p:nvSpPr>
          <p:spPr>
            <a:xfrm>
              <a:off x="7487657" y="965570"/>
              <a:ext cx="6203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2F5572EF-537A-06DD-6788-DA821CAFB674}"/>
                </a:ext>
              </a:extLst>
            </p:cNvPr>
            <p:cNvCxnSpPr/>
            <p:nvPr/>
          </p:nvCxnSpPr>
          <p:spPr>
            <a:xfrm flipV="1">
              <a:off x="9856364" y="2410016"/>
              <a:ext cx="0" cy="19957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43FCFFCE-5129-D9ED-D803-981A69FE0F14}"/>
                </a:ext>
              </a:extLst>
            </p:cNvPr>
            <p:cNvCxnSpPr>
              <a:stCxn id="15" idx="3"/>
            </p:cNvCxnSpPr>
            <p:nvPr/>
          </p:nvCxnSpPr>
          <p:spPr>
            <a:xfrm flipV="1">
              <a:off x="9104670" y="4787782"/>
              <a:ext cx="2645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331A73D-A180-6DE7-B94D-70A02586917A}"/>
                </a:ext>
              </a:extLst>
            </p:cNvPr>
            <p:cNvSpPr txBox="1"/>
            <p:nvPr/>
          </p:nvSpPr>
          <p:spPr>
            <a:xfrm>
              <a:off x="8983525" y="4563854"/>
              <a:ext cx="4026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Yes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1F77282F-BB46-C3A1-1A35-D6ECFC666966}"/>
                </a:ext>
              </a:extLst>
            </p:cNvPr>
            <p:cNvSpPr txBox="1"/>
            <p:nvPr/>
          </p:nvSpPr>
          <p:spPr>
            <a:xfrm>
              <a:off x="8035324" y="4991863"/>
              <a:ext cx="3786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B76FA7A8-4218-CFD9-91A5-14EF628AD691}"/>
                </a:ext>
              </a:extLst>
            </p:cNvPr>
            <p:cNvCxnSpPr>
              <a:stCxn id="14" idx="3"/>
            </p:cNvCxnSpPr>
            <p:nvPr/>
          </p:nvCxnSpPr>
          <p:spPr>
            <a:xfrm flipV="1">
              <a:off x="6016731" y="6272981"/>
              <a:ext cx="3972843" cy="1361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AE32370C-60CE-0ECF-71A0-E9BDA643D7C6}"/>
                </a:ext>
              </a:extLst>
            </p:cNvPr>
            <p:cNvCxnSpPr/>
            <p:nvPr/>
          </p:nvCxnSpPr>
          <p:spPr>
            <a:xfrm flipV="1">
              <a:off x="9989574" y="4921044"/>
              <a:ext cx="0" cy="13322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3ACBA6D-D273-81F9-4308-DFF616D5F694}"/>
                </a:ext>
              </a:extLst>
            </p:cNvPr>
            <p:cNvSpPr txBox="1"/>
            <p:nvPr/>
          </p:nvSpPr>
          <p:spPr>
            <a:xfrm>
              <a:off x="7705473" y="6052909"/>
              <a:ext cx="7404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7AD8D3A0-6A42-66B5-0B19-CE6819052A11}"/>
                </a:ext>
              </a:extLst>
            </p:cNvPr>
            <p:cNvCxnSpPr>
              <a:cxnSpLocks/>
            </p:cNvCxnSpPr>
            <p:nvPr/>
          </p:nvCxnSpPr>
          <p:spPr>
            <a:xfrm>
              <a:off x="7714355" y="4434660"/>
              <a:ext cx="15546" cy="1463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A955DB1E-9372-5A04-C8FE-2FFCAFD8A619}"/>
                </a:ext>
              </a:extLst>
            </p:cNvPr>
            <p:cNvCxnSpPr>
              <a:cxnSpLocks/>
            </p:cNvCxnSpPr>
            <p:nvPr/>
          </p:nvCxnSpPr>
          <p:spPr>
            <a:xfrm>
              <a:off x="6764594" y="5730557"/>
              <a:ext cx="0" cy="1347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9BA1121D-FE6E-2B7F-2A45-5988F396E4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2062" y="5848080"/>
              <a:ext cx="1902532" cy="172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CB272C7C-2277-E655-BCB5-DAC39767671E}"/>
                </a:ext>
              </a:extLst>
            </p:cNvPr>
            <p:cNvSpPr txBox="1"/>
            <p:nvPr/>
          </p:nvSpPr>
          <p:spPr>
            <a:xfrm>
              <a:off x="4770204" y="3434543"/>
              <a:ext cx="4575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A464C3A1-2715-FECB-6E15-E68040B06EE1}"/>
                </a:ext>
              </a:extLst>
            </p:cNvPr>
            <p:cNvSpPr txBox="1"/>
            <p:nvPr/>
          </p:nvSpPr>
          <p:spPr>
            <a:xfrm>
              <a:off x="6131272" y="2669324"/>
              <a:ext cx="3786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C4465F3-C90C-FE7D-CF84-B3F7F3F5F53F}"/>
                </a:ext>
              </a:extLst>
            </p:cNvPr>
            <p:cNvSpPr txBox="1"/>
            <p:nvPr/>
          </p:nvSpPr>
          <p:spPr>
            <a:xfrm>
              <a:off x="4998972" y="4753896"/>
              <a:ext cx="5365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ABF463A2-BD3A-3BA7-5CCC-6221278A9321}"/>
                </a:ext>
              </a:extLst>
            </p:cNvPr>
            <p:cNvSpPr txBox="1"/>
            <p:nvPr/>
          </p:nvSpPr>
          <p:spPr>
            <a:xfrm>
              <a:off x="4893397" y="5588914"/>
              <a:ext cx="6011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DA6249A5-8AC3-3836-DD9C-BCAC09F889E0}"/>
                </a:ext>
              </a:extLst>
            </p:cNvPr>
            <p:cNvSpPr txBox="1"/>
            <p:nvPr/>
          </p:nvSpPr>
          <p:spPr>
            <a:xfrm>
              <a:off x="9989574" y="3175819"/>
              <a:ext cx="586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1067EE11-C0FA-23B3-D50F-7919E3AA2339}"/>
                </a:ext>
              </a:extLst>
            </p:cNvPr>
            <p:cNvSpPr txBox="1"/>
            <p:nvPr/>
          </p:nvSpPr>
          <p:spPr>
            <a:xfrm>
              <a:off x="2399071" y="6174658"/>
              <a:ext cx="4143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F6CA65F-6024-106E-1845-80667B02230A}"/>
                </a:ext>
              </a:extLst>
            </p:cNvPr>
            <p:cNvSpPr txBox="1"/>
            <p:nvPr/>
          </p:nvSpPr>
          <p:spPr>
            <a:xfrm>
              <a:off x="1235602" y="224687"/>
              <a:ext cx="99229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                                          Girma Dingeto, CSD 325, Module 1 01/18/2026 Assignment 1-3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289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DDB6D14CA1E949B32758AC1B1F268F" ma:contentTypeVersion="10" ma:contentTypeDescription="Create a new document." ma:contentTypeScope="" ma:versionID="989327157240413ac23029dd11e8aa47">
  <xsd:schema xmlns:xsd="http://www.w3.org/2001/XMLSchema" xmlns:xs="http://www.w3.org/2001/XMLSchema" xmlns:p="http://schemas.microsoft.com/office/2006/metadata/properties" xmlns:ns3="c35f7977-0238-4dcb-831a-a0a6c341a996" targetNamespace="http://schemas.microsoft.com/office/2006/metadata/properties" ma:root="true" ma:fieldsID="bb423855d0764957d56dafb1819f076a" ns3:_="">
    <xsd:import namespace="c35f7977-0238-4dcb-831a-a0a6c341a99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5f7977-0238-4dcb-831a-a0a6c341a99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7BB863-DDAF-4E5F-8FFA-E19E016A6C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5f7977-0238-4dcb-831a-a0a6c341a9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DA94B9-1D25-42C2-9601-A50700EF63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7027C8-80E6-494A-8675-54C4DCE3EABF}">
  <ds:schemaRefs>
    <ds:schemaRef ds:uri="c35f7977-0238-4dcb-831a-a0a6c341a996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105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Girma Dingeto</dc:creator>
  <cp:lastModifiedBy>Girma Dingeto</cp:lastModifiedBy>
  <cp:revision>2</cp:revision>
  <dcterms:created xsi:type="dcterms:W3CDTF">2026-01-19T03:15:01Z</dcterms:created>
  <dcterms:modified xsi:type="dcterms:W3CDTF">2026-01-19T04:51:57Z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0x010100A1DDB6D14CA1E949B32758AC1B1F268F</vt:lpwstr>
  </property>
</Properties>
</file>