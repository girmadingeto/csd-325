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3005-55D9-1ECA-544D-6D1BD9FA8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4423A-2D3D-7A8B-23E9-38B940FFE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5290-4036-9260-C656-BE8B5350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C22FC-3705-E9C3-E3EE-82B2A8E6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F6399-AADE-13FD-3017-E09B8C1A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02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956D-C52F-5E05-CCC3-B709A61C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21346-0073-871B-02D3-BEF3DAE9B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D9878-0479-5984-E1E7-9C204F9B9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0DD2F-4699-E055-6B99-2CCC5AC0F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9BA9F-31E0-1515-862D-F5873C7E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C657-E65E-C1BA-45A3-7AC846E10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52C4F-ED3A-CB94-BE97-361213187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8C239-981D-EC84-909C-E584ABFA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3604E-65AC-F54F-E99A-081C2B50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1AA12-074B-4702-EEA9-8807D44A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1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A800B-F841-64DC-1007-E444D87B3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D5E3E-0BCD-F0AC-EB0F-F336B0C9B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67E3B-4C18-A652-B154-19F41715D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48607-403E-B40C-22C1-7E37971F6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EBA49-1EF4-4F5C-690C-AF299C1C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794BD-D5F3-8B29-CB17-6354419BA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E08D-B14A-D34C-AA04-F53505AB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61337-6589-FD87-4DC6-B8510A506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C0CAC-B6B1-7E76-667C-0A613B7CE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28D85-0851-BCEF-8D81-1BE547153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F2930-9092-FD20-589B-83979CD37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F834A0-65BF-FE01-ABA9-8081DF819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C9191-FEC1-00AC-E533-7DB260E83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41800-52F8-077C-2557-C8807421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7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16F0-CC86-97FF-D96B-59782FAA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B63AA-390D-B60A-9F74-34C27E17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8F246-4FBE-5CB1-8E7F-3D538239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30E78-608A-7BE0-F768-70A554F8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9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FF0945-877F-EA8A-1259-D615BDAFE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823C3-4BAA-AE98-76D8-E0C510C8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13F0D-29CB-67F1-B3AD-59C1F841B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5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A5A9-9A04-E587-056A-F85A2B43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D70B-0155-06CF-BB8B-695F0A9D2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F5731-AAC3-DBA0-3322-B274419A8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BDCE8-D24D-7201-42E2-1EC63FA1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A7745-1586-70F6-BA5A-C5E4CFC5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64D52-FB8C-8DB8-3E52-C90697DC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5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8696-CEE3-6CDF-C4DE-A956C738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6972-9AE1-DCB0-DF92-F62064444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92974-BF88-4F2F-C06E-2AAF66831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2A085-4300-74C2-BD31-BA447DD0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A8396-B51A-4B09-6835-9D69B71D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50CC1-16AD-6858-5DA8-75627938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82F9-7920-4F36-740E-3A9084AC3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701B9-3528-2C78-B284-D2DAC70C7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8E6D9-ECEA-B2ED-75B5-FDEB797CE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62D73-67AE-20FC-8F1B-BBB061EE7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2ECDF-48ED-B01B-2698-9F7008C1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1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78079-D97A-C91F-70A9-A8B32F55A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BCCB4-EFE7-9714-79E5-1C7547D05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E3FC8-3D37-C582-DC2D-775DAC26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517D8-CCD4-5B41-D520-266F5CDD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5A084-CB37-FB27-4C39-25D4E804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4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91F11-21D0-81AB-3721-038872E8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F6FD9-D15B-09F3-9592-7F9A70A1C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7544F-8A87-7785-E895-B2D16B0C36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AE61B-B498-4B7D-851D-5E8DCCC957B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648BC-EE01-6F1B-0F58-6820168C7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06882-40CA-70ED-8230-57944A43E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5E981-6866-4E75-8AE1-51773889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39C3841-4C09-D5F2-5DB8-903D7E600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22" y="872033"/>
            <a:ext cx="2684742" cy="350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164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Girma Dingeto</dc:creator>
  <cp:lastModifiedBy>Girma Dingeto</cp:lastModifiedBy>
  <cp:revision>1</cp:revision>
  <dcterms:created xsi:type="dcterms:W3CDTF">2026-02-22T22:17:17Z</dcterms:created>
  <dcterms:modified xsi:type="dcterms:W3CDTF">2026-02-23T01:38:11Z</dcterms:modified>
</cp:coreProperties>
</file>