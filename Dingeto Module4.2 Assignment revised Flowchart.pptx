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FDA7C-BFF4-7CE8-0FBE-FAE9B1A451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726735-EE2D-31D1-727E-3F80F389DC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BFA2C7-B67C-84C5-2A51-B56170874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CBE89-40F4-4810-9E11-3C11BE00A9AE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5C359B-550E-9C77-F365-227DFB551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2F46A1-6414-3A04-DD2B-E04A6E18E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14114-D021-42ED-809D-2724990113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472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A5DF1-9BAA-A969-2344-1421CC76E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84FBD2-66F2-3967-3983-A5A6F6D166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CFFE67-9329-48FB-ED43-5F9448C89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CBE89-40F4-4810-9E11-3C11BE00A9AE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8E7AF8-33AA-5347-2A12-6E3590DAF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64616C-8CDD-ACBA-4646-F404EB7F8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14114-D021-42ED-809D-2724990113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464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38688-2B17-87B8-8684-14571607B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D9758A-412C-07BA-771D-D02A5ED5FF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7C10A7-3797-E462-79AB-F2A427B22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CBE89-40F4-4810-9E11-3C11BE00A9AE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4CCF77-AAD0-68E1-544B-11508580B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A73B0E-6889-E85F-0FC0-9D3537881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14114-D021-42ED-809D-2724990113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036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10D9F-B852-CDA3-02B9-625703CB0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08A3F4-9ADC-DEAF-326C-44BA61F963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24CCAF-C6C9-2EB0-DC9D-2D79215E10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0B06AA-3EE2-B621-9C73-6E1988A99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CBE89-40F4-4810-9E11-3C11BE00A9AE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43C782-A69F-BE94-D5A4-0F46D1772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08BF36-AA2A-98EA-198D-8327B51E9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14114-D021-42ED-809D-2724990113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9819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70D59-2CF7-D699-D396-347B83427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A62FBF-6B8D-47DD-24B5-A0BD9875AD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2EE5AA-9C51-7D49-7B76-06E12A9B34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398B52-6EBC-D258-F992-054DE7C342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8E4C6A-598D-7DC3-E9AB-AE60372075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251063-6C67-5829-ADF2-01270FE57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CBE89-40F4-4810-9E11-3C11BE00A9AE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498C85-7336-F623-8821-621EFE480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D924C4-2523-B553-07D2-82FEC706D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14114-D021-42ED-809D-2724990113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572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F512C-EF89-DF38-1FE7-15E34F398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F43FA0-754F-3A25-55D8-3AAD574B2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CBE89-40F4-4810-9E11-3C11BE00A9AE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B99E52-E902-CAED-BF1B-14BFED38B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BEA312-784F-B5C8-6095-3FA5932AD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14114-D021-42ED-809D-2724990113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8119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B6ACA3-A4BD-F357-EB5D-4607425FE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CBE89-40F4-4810-9E11-3C11BE00A9AE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42FBBF-609C-C0F1-B86B-3B0C893F8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60E74B-A931-4BA8-EEE3-D26C63EE4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14114-D021-42ED-809D-2724990113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296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577B7-F684-E49A-1289-9D279F05D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1D748B-B518-ED6A-AA52-FA9EC3C027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81288E-B8A7-86E3-2A38-15A40068BB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E63905-D5F3-AADA-5496-2A33F4943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CBE89-40F4-4810-9E11-3C11BE00A9AE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FAEC2E-44F5-AA65-220A-3128C577F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3337B1-5BF2-1D87-CE03-1004B21EC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14114-D021-42ED-809D-2724990113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212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55441-25C4-AE7F-FA46-BEFB9C397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ECD431-6783-5179-0CA6-3190BFAC05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E20F1D-47F3-54B9-B4EC-CBDC716D3B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4DD58B-3C76-513E-EE0D-260C73309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CBE89-40F4-4810-9E11-3C11BE00A9AE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37DF45-0C85-7884-4980-7B6A0B444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6B5AFF-2D59-94E6-7923-1C92B6792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14114-D021-42ED-809D-2724990113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279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179BF-0EEC-5985-F554-221F11129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287354-D194-8B60-6ACC-DA69FFFFDE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46C321-73B3-E60D-F939-293C09CB9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CBE89-40F4-4810-9E11-3C11BE00A9AE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99E0CC-57B4-EAF7-A116-79C056ADB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D294A-5C3A-9AC3-2F21-39B4A7490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14114-D021-42ED-809D-2724990113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3167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6ACAB7-91AD-6FA8-C12A-BF1D2EED7E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BA9E96-8741-55E7-682F-B3E668BDDB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D9610D-DCEF-83DA-5048-629E291A5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CBE89-40F4-4810-9E11-3C11BE00A9AE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7AD035-CBB4-3ECC-4314-649A8C15A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09951D-79A5-9AA0-BDB8-0A3E45B11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14114-D021-42ED-809D-2724990113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284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B54A5A-01D2-7795-E14D-01C29E455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DD5AD6-206A-61D8-7294-3493C22F5A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602DC5-9281-8973-C3D1-D211B72976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9CBE89-40F4-4810-9E11-3C11BE00A9AE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A501A-2067-8851-E9A3-5F072DF67A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9DA4EC-90B3-63F8-A48E-C745586190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614114-D021-42ED-809D-2724990113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375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3AAC2E16-0D3C-F22C-56E3-BF0573D6AE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8288" y="2428875"/>
            <a:ext cx="1765945" cy="2000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03051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Girma Dingeto</dc:creator>
  <cp:lastModifiedBy>Girma Dingeto</cp:lastModifiedBy>
  <cp:revision>1</cp:revision>
  <dcterms:created xsi:type="dcterms:W3CDTF">2026-02-08T05:54:17Z</dcterms:created>
  <dcterms:modified xsi:type="dcterms:W3CDTF">2026-02-08T06:00:24Z</dcterms:modified>
</cp:coreProperties>
</file>